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45125" y="1244054"/>
            <a:ext cx="853750" cy="853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720"/>
              </a:lnSpc>
              <a:buNone/>
            </a:pPr>
            <a:r>
              <a:rPr lang="en-US" sz="48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🎛️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2483167" y="2249835"/>
            <a:ext cx="417766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400"/>
              </a:lnSpc>
              <a:buNone/>
            </a:pPr>
            <a:r>
              <a:rPr lang="en-US" sz="4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MIDI Controller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2838696" y="3088035"/>
            <a:ext cx="346646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DIY MIDI-контроллер на Arduino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580717" y="3712815"/>
            <a:ext cx="198241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Анализ рынка и бизнес-модель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Идея и проблема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561"/>
            <a:ext cx="8083296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Идея:</a:t>
            </a:r>
            <a:pPr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USB-контроллер на базе Arduino для управления музыкальным ПО через MIDI-протокол.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09600" y="1641872"/>
            <a:ext cx="7924800" cy="4798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Проблема:</a:t>
            </a:r>
            <a:pPr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Брендовые MIDI-контроллеры стоят $60-150, не кастомизируются. Высокий порог входа для начинающих музыкантов.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09600" y="2274094"/>
            <a:ext cx="8083296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Решение:</a:t>
            </a:r>
            <a:pPr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DIY за 1500-2000 ₽ против 6000-8000 ₽ за аналоги.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Функциональность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157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аналоговых фейдера (CC#20-23)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кнопок для сэмплов и нот (C4-G4)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USB-подключение к компьютеру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Совместимость с любыми DAW (Ableton, FL Studio, Cubase)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Сегменты рынка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157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Начинающие музыканты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недорогой вход в производство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Опытные продюсеры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расширение оборудования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Преподаватели музыки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демонстрация MIDI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DIY-энтузиасты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Arduino-проект как хобби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Приоритетный сегмент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561"/>
            <a:ext cx="808329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Начинающие музыканты и продюсеры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14400" y="1668661"/>
            <a:ext cx="7620000" cy="157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Низкий порог входа: ~1500-2000 ₽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Образовательная ценность: понимание MIDI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Активное Arduino-сообщество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Возможность поэтапного расширения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Прямые конкуренты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1154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Novation Launch Control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$80-100, нет кастомизации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Korg nanoKONTROL2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$60-80, пластиковый корпус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Akai MPD218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$90-120, только пэды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Замещающие решения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1154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Клавиатура и мышь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бесплатно, нет тактильного отклика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Смартфон-контроллер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задержки, неудобно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Aliexpress-контроллеры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$15-20, низкое качество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Драйверы роста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157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Рост интереса к домашним студиям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Доступность музыкального образования онлайн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Развитие DIY-культуры и Arduino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Рост числа независимых музыкантов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Барьеры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157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Необходимость навыков пайки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Конкуренция с ультрадешёвыми Aliexpress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Отсутствие корпуса в базовом наборе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Сложность масштабирования продаж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Ценностное предложение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173361"/>
            <a:ext cx="7924800" cy="548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6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начинающих музыкантов мы обеспечиваем доступный кастомизируемый MIDI-контроллер за 1500-2000 ₽, в 4-5 раз дешевле брендовых, с пониманием устройства изнутри.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249561"/>
            <a:ext cx="7924800" cy="964704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214265"/>
            <a:ext cx="7924800" cy="964704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3407569"/>
            <a:ext cx="7924800" cy="964704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4372273"/>
            <a:ext cx="7924800" cy="964704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Бизнес-модель (1/2)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838200" y="1478161"/>
            <a:ext cx="7616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Сегменты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38200" y="1782961"/>
            <a:ext cx="7616952" cy="202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96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Начинающие музыканты, продюсеры, DIY</a:t>
            </a:r>
            <a:endParaRPr lang="en-US" sz="1140" dirty="0"/>
          </a:p>
        </p:txBody>
      </p:sp>
      <p:sp>
        <p:nvSpPr>
          <p:cNvPr id="9" name="Text 7"/>
          <p:cNvSpPr/>
          <p:nvPr/>
        </p:nvSpPr>
        <p:spPr>
          <a:xfrm>
            <a:off x="838200" y="2442865"/>
            <a:ext cx="7616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Ценность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38200" y="2747665"/>
            <a:ext cx="7616952" cy="202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96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Доступность, кастомизация, образование</a:t>
            </a:r>
            <a:endParaRPr lang="en-US" sz="1140" dirty="0"/>
          </a:p>
        </p:txBody>
      </p:sp>
      <p:sp>
        <p:nvSpPr>
          <p:cNvPr id="11" name="Text 9"/>
          <p:cNvSpPr/>
          <p:nvPr/>
        </p:nvSpPr>
        <p:spPr>
          <a:xfrm>
            <a:off x="838200" y="3636169"/>
            <a:ext cx="7616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Каналы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38200" y="3940969"/>
            <a:ext cx="7616952" cy="202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96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GitHub, Reddit, Arduino-форумы, YouTube</a:t>
            </a:r>
            <a:endParaRPr lang="en-US" sz="1140" dirty="0"/>
          </a:p>
        </p:txBody>
      </p:sp>
      <p:sp>
        <p:nvSpPr>
          <p:cNvPr id="13" name="Text 11"/>
          <p:cNvSpPr/>
          <p:nvPr/>
        </p:nvSpPr>
        <p:spPr>
          <a:xfrm>
            <a:off x="838200" y="4600873"/>
            <a:ext cx="7616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Выручка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38200" y="4905673"/>
            <a:ext cx="7616952" cy="202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96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Наборы компонентов, инструкции, поддержка</a:t>
            </a:r>
            <a:endParaRPr lang="en-US" sz="114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249561"/>
            <a:ext cx="7924800" cy="964704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214265"/>
            <a:ext cx="7924800" cy="964704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3407569"/>
            <a:ext cx="7924800" cy="964704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4372273"/>
            <a:ext cx="7924800" cy="964704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Бизнес-модель (2/2)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838200" y="1478161"/>
            <a:ext cx="7616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Ресурсы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38200" y="1782961"/>
            <a:ext cx="7616952" cy="202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96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Arduino, компоненты, код, документация</a:t>
            </a:r>
            <a:endParaRPr lang="en-US" sz="1140" dirty="0"/>
          </a:p>
        </p:txBody>
      </p:sp>
      <p:sp>
        <p:nvSpPr>
          <p:cNvPr id="9" name="Text 7"/>
          <p:cNvSpPr/>
          <p:nvPr/>
        </p:nvSpPr>
        <p:spPr>
          <a:xfrm>
            <a:off x="838200" y="2442865"/>
            <a:ext cx="7616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Активности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38200" y="2747665"/>
            <a:ext cx="7616952" cy="202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96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Разработка, тестирование, поддержка</a:t>
            </a:r>
            <a:endParaRPr lang="en-US" sz="1140" dirty="0"/>
          </a:p>
        </p:txBody>
      </p:sp>
      <p:sp>
        <p:nvSpPr>
          <p:cNvPr id="11" name="Text 9"/>
          <p:cNvSpPr/>
          <p:nvPr/>
        </p:nvSpPr>
        <p:spPr>
          <a:xfrm>
            <a:off x="838200" y="3636169"/>
            <a:ext cx="7616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Партнёры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38200" y="3940969"/>
            <a:ext cx="7616952" cy="202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96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Arduino-сообщество, музыкальные форумы</a:t>
            </a:r>
            <a:endParaRPr lang="en-US" sz="1140" dirty="0"/>
          </a:p>
        </p:txBody>
      </p:sp>
      <p:sp>
        <p:nvSpPr>
          <p:cNvPr id="13" name="Text 11"/>
          <p:cNvSpPr/>
          <p:nvPr/>
        </p:nvSpPr>
        <p:spPr>
          <a:xfrm>
            <a:off x="838200" y="4600873"/>
            <a:ext cx="7616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Издержки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38200" y="4905673"/>
            <a:ext cx="7616952" cy="202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96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Прототипы, компоненты, хостинг</a:t>
            </a:r>
            <a:endParaRPr lang="en-US" sz="114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ТОП-3 рискованные гипотезы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1154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Готовность к DIY: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Есть ли навыки пайки у ЦА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Конкуренция с Aliexpress: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Выбор DIY vs готовый $15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Качество компонентов: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Дребезг кнопок, шум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План валидации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157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Опрос начинающих музыкантов на Reddit/Habr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A/B тест: фиксированные vs программируемые настройки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testing прототипа — 5-10 сессий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Публикация на GitHub, сбор обратной связи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98410" y="1600200"/>
            <a:ext cx="747031" cy="7466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880"/>
              </a:lnSpc>
              <a:buNone/>
            </a:pPr>
            <a:r>
              <a:rPr lang="en-US" sz="4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🎛️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1983426" y="2499271"/>
            <a:ext cx="5177147" cy="548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320"/>
              </a:lnSpc>
              <a:buNone/>
            </a:pPr>
            <a:r>
              <a:rPr lang="en-US" sz="3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Спасибо за внимание!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119927" y="3276451"/>
            <a:ext cx="90399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Вопросы?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Perplexity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Perplexity</cp:lastModifiedBy>
  <cp:revision>1</cp:revision>
  <dcterms:created xsi:type="dcterms:W3CDTF">2026-02-24T10:43:10Z</dcterms:created>
  <dcterms:modified xsi:type="dcterms:W3CDTF">2026-02-24T10:43:10Z</dcterms:modified>
</cp:coreProperties>
</file>