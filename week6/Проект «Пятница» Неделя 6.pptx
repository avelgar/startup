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C9D326-0DCF-41F5-9821-14E17F61AB07}">
  <a:tblStyle styleId="{BFC9D326-0DCF-41F5-9821-14E17F61AB0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5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Merriweather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1a0ab2c3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1a0ab2c3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1a0ab2c3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1a0ab2c3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a0ab2c3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a0ab2c3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1a0ab2c3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1a0ab2c3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1a0ab2c3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1a0ab2c3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1a0ab2c3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1a0ab2c3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1a0ab2c3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1a0ab2c3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Проект </a:t>
            </a:r>
            <a:r>
              <a:rPr lang="ru"/>
              <a:t>«Пятница»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508497"/>
            <a:ext cx="4242600" cy="27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Неделя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Цыганов Кирилл Андреевич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Солодкин Максим Дмитриевич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Валиев Артур Амирович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Лемешев Владислав Сергеевич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Пушкин Владимир Александрович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Целевой сегмент: Продвинутые пользователи Windows (power users, разработчики, системные администраторы).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311725" y="1739175"/>
            <a:ext cx="85206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Операционализированное ценностное предложение: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«Для продвинутых пользователей Windows в ситуации рутинной работы за ПК решение обеспечивает быстрое локальное голосовое управление системой и автоматизацию, улучшая скорость выполнения задач и уровень приватности по сравнению с облачными ассистентами (Cortana, Alexa), при условиях установки на локальный компьютер и наличия микрофона.»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Почему пользователь поверит (основания):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Вся обработка голоса (STT) происходит локально (например, на базе Whisper/Vosk), данные не уходят в сеть.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Прямая интеграция с Windows API гарантирует глубокое управление ОС на уровне процессов.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Основной сценарий (User flow)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11725" y="1739175"/>
            <a:ext cx="8520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Сценарий: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Подготовка рабочего окружения для разработки.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Триггер: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Пользователь произносит стартовую команду.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Вход: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Пользователь произносит: «Пятница, подготовь рабочее место».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Микрофон захватывает аудио и передает в систему.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Локальный модуль распознавания речи (STT) переводит голос в текст.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AI-модуль анализирует текст и идентифицирует привязанный макрос.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Система формирует запросы к Windows API.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Ключевое действие: Запускаются IDE, локальный сервер, нужные вкладки в браузере и таймер фокуса.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Результат: Рабоч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е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е место готово без ручного запуска десятка программ.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Фиксация результата: Ассистент озвучивает статус (TTS): «Рабочее окружение запущено».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Альтернативный сценарий</a:t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311725" y="1739175"/>
            <a:ext cx="8520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Сценарий: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Ошибка распознавания нетипичной команды и обучение системы.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Триггер: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Пользователь дает команду, которой нет в явном виде в скриптах.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Пользователь произносит: «Пятница, очисти кэш везде».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Система STT переводит голос в текст.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AI-модуль понимает намерение в целом, но не находит точного макроса для действия "везде".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Ассистент переспрашивает (всплывающее окно + голос): «Уточните, очистить кэш браузера или временные файлы Windows?»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Пользователь уточняет: «Только временные файлы».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Система выполняет очистку папки Temp.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Ассистент предлагает: «Сохранить команду "очисти кэш везде" для этого действия на будущее?» (Обучение/кастомизация).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функций (Функциональная структура)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11725" y="1739175"/>
            <a:ext cx="8520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1. Core (Ядро MVP - без чего ценность не достигается):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Локальный модуль Speech-to-Text (STT).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Модуль парсинга команд (NLP для сопоставления текста и намерения).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Интеграция с Windows API (базовое управление: запуск/закрытие программ, настройки звука).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Базовый интерфейс создания голосовых макросов.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2. Support (Поддерживающие возможности):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Модуль синтеза речи (TTS) для голосовой обратной связи.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Интеграция со сторонними скриптами (AutoHotkey, PowerShell, Power Automate).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Фоновый режим работы (активация по wake-word «Пятница»).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3. Later (Отложенная реализация):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Удаленное управление другими ПК Windows по локальной сети.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Сложный диалоговый ИИ с использованием локальных LLM (генерация текстов/кода).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Backlog ядра MVP (User Stories)</a:t>
            </a:r>
            <a:endParaRPr/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34000" y="1262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{BFC9D326-0DCF-41F5-9821-14E17F61AB07}</a:tableStyleId>
              </a:tblPr>
              <a:tblGrid>
                <a:gridCol w="382850"/>
                <a:gridCol w="4379650"/>
                <a:gridCol w="3773125"/>
                <a:gridCol w="574375"/>
              </a:tblGrid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ID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User Story (Как [роль] я хочу [действие], чтобы [результат])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Acceptance Criteria (Критерии приемки)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Priority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Как power user, я хочу переводить голос в текстлокально, чтобы мои данные оставались приватными.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1. Распознавание работает при отключенном интернете. 2. Точность не ниже 90% для команд.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Must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Как разработчик, я хочу активировать системукодовым словом, чтобы управлять ею hands-free.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1. Приложение слушает в фоне. 2. Реагирует на слово «Пятница». 3. Ложные срабатывания &lt;5%.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Must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Как сисадмин, я хочуназначать запуск скрипта (PowerShell)на голосовую фразу, чтобы автоматизировать рутину.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1. Есть UI для привязки пути к скрипту к фразе. 2. Скрипт выполняется при произнесении фразы.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Must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Как пользователь, я хочузакрывать группы процессоводной командой, чтобы быстро освобождать ресурсы.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1. Команда корректно завершает 3+ выбранных процесса через Windows API.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Must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Как пользователь, я хочу получатьвизуальное уведомление, чтобы понимать, что команда принята.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1. При распознавании команды появляется всплывающее окно в системном трее Windows.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Should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Как сисадмин, я хочу задавать цепочку из2-3 простых действийподряд, чтобы экономить время.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1. Команды из цепочки выполняются последовательно. 2. Есть обработка ошибок на каждом шаге.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Should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Нефункциональные требования и ограничения</a:t>
            </a:r>
            <a:endParaRPr/>
          </a:p>
        </p:txBody>
      </p:sp>
      <p:sp>
        <p:nvSpPr>
          <p:cNvPr id="101" name="Google Shape;101;p19"/>
          <p:cNvSpPr txBox="1"/>
          <p:nvPr/>
        </p:nvSpPr>
        <p:spPr>
          <a:xfrm>
            <a:off x="311725" y="1739175"/>
            <a:ext cx="8520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Безопасность: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Полное отсутствие отправки пользовательских голосовых данных на внешние серверы.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Производительность: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Задержка (latency) от произнесения команды до начала ее исполнения не должна превышать 1.5–2 секунды.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Ресурсоемкость: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Потребление оперативной памяти (RAM) в фоновом режиме ожидания не должно превышать 500 МБ.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Совместимость: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Решение должно корректно работать на ОС Windows 10 и 11 (64-bit).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Надежность: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Автоматический перезапуск системной службы ассистента в случае критической ошибки.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AutoNum type="arabicPeriod"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Доступность: 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Система должна уверенно распознавать речь в условиях умеренного бытового шума (шум кулеров ПК, кондиционера).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25" y="0"/>
            <a:ext cx="8520600" cy="1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Риски и приоритеты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311725" y="1739175"/>
            <a:ext cx="85206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Риск 1: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Высокие требования к "железу" при локальной обработке аудио и использовании LLM.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Снижение риска: В MVP использовать легкие квантованные модели (например, Whisper tiny/base) и отказаться от тяжелых диалоговых LLM на старте, сосредоточившись на точном исполнении паттернов команд.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Риск 2:</a:t>
            </a: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Конкуренция с встроенными инструментами Microsoft (Windows Copilot).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Снижение риска: Жесткое позиционирование как «инструмент без цензуры, телеметрии и с абсолютной приватностью» для технически подкованной аудитории, которая не доверяет корпоративным облачным решениям.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