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8170" y="1746945"/>
            <a:ext cx="52876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«Пятница»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28473" y="2585145"/>
            <a:ext cx="52870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голосовой AI-ассистент для Windows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80717" y="3209925"/>
            <a:ext cx="19824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рынка и бизнес-модель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и проблема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Локальный голосовой AI-ассистент для Windows с упором на автоматизацию и приватность.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881783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Облачные ассистенты угрожают приватности, локальные решения устарели. Разработчики теряют 30-60 минут в день на рутинные задачи.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использования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Разработчик / системный администратор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Ситуация: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Частое переключение между проектами и инструментами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Рутинные задачи отнимают 30-60 минут ежедневно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Последствия: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Снижение продуктивности на 10-15%, риски приватности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 рынка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Разработчики и DevOps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ежедневная автоматизация задач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Системные администраторы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управление серверами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Стримеры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управление OBS и играми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с ОВЗ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альтернативное управление ПК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Приоритетный сегмент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Разработчики и DevOps-инженеры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686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доступность через онлайн-сообщества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Быстрое принятие решений без бюрократии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платить за инструменты продуктивности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Активное сарафанное радио в сообществе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Конкуренты — Прямые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Cortana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устарела, ограничен функционал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VoiceAttack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$10, для геймеров, нет 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 NaturallySpeaking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$150-500, дорого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Desktop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нет системной интеграции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Замещающие решения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AutoHotkey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бесплатно, требует программирования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Automate Desktop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сложен, нет голоса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Deck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$150, физическое устройство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 управление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мышь, клавиатура, горячие клавиши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роста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популярности AI-технологий (ChatGPT, Gemini)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сложности рабочих процессов DevOps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требований к приватности данных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технологий распознавания речи (Whisper)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Барьеры входа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 сложности интеграции с Windows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Конкуренция с универсальными AI-ассистентами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 UX голосового управления desktop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Ценностное предложение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разработчиков и DevOps-инженеров мы обеспечиваем автоматизацию через естественный язык, экономя 30-60 минут в день, гарантируя приватность в отличие от облачных ассистентов.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7569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72273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 (1/2)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Разработчики, DevOps, сисадмины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времени, приватность, естественный язык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6361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9409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Reddit, Habr, Product Hunt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6008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9056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+ Pro ($5-10/мес) + Lifetime ($50-100)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7569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72273"/>
            <a:ext cx="7924800" cy="9647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 (2/2)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Команда, технологии (.NET, Gemini API, Whisper)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Разработка, интеграции, community management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6361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9409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OpenAI/Google, сообщества, tech-блогеры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6008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Издержки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9056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Разработка, серверы, API costs, маркетинг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рискованные гипотезы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Задержка распознавания: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Должна быть ≤2 сек для комфорта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платить: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Конверсия 5-10% при цене $5-10/мес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Критичность интеграций: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Нужны ли глубокие интеграции с IDE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первичной валидации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 глубинных интервью с разработчиками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для сбора email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Демо-видео на YouTube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прототип MVP с тестированием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3426" y="2049810"/>
            <a:ext cx="517714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9927" y="2826990"/>
            <a:ext cx="9039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2026-02-24T10:29:59Z</dcterms:created>
  <dcterms:modified xsi:type="dcterms:W3CDTF">2026-02-24T10:29:59Z</dcterms:modified>
</cp:coreProperties>
</file>