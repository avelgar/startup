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9854" y="1746945"/>
            <a:ext cx="30442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Ozon Filter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600361" y="2585145"/>
            <a:ext cx="39432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Умная фильтрация товаров на Ozon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83596" y="3209925"/>
            <a:ext cx="27766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Расширение для Chrome с AI-технологиями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и проблема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Расширение для Chrome с интеллектуальной фильтрацией товаров на Ozon по пользовательским правилам.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881783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Поиск на маркетплейсах засорён нерелевантными товарами. Покупатели тратят много времени на просмотр ненужных результатов.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использования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Активный покупатель на Ozon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Ситуация: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Поиск товаров с множеством нерелевантных результатов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Потеря 10-20 минут на просмотр ненужных товаров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Последствия: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Усталость от поиска, пропуск выгодных предложений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функции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Фильтрация товаров по ключевым словам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Исключение товаров по стоп-словам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AI-фильтрация изображений товаров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Пользовательские правила фильтрации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 рынка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Частые покупатели Ozon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экономия времени при поиске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Перфекционисты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поиск идеального товара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Оптовые закупщики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эффективность массовых покупок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Профессиональные ресейлеры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быстрый анализ предложений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Приоритетный сегмент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Частые покупатели Ozon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686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Регулярное использование платформы (3+ раза в месяц)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мотивация экономить время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Знакомы с расширениями для браузера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Конкуренты и альтернативы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Встроенные фильтры Ozon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ограниченные возможности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фильтрация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трудоёмкий процесс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маркетплейсы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уход к конкурентам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Сравнительные сервисы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нет глубокой персонализации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Драйверы роста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e-commerce и количества товаров на маркетплейсах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Увеличение числа пользователей Ozon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Популярность AI-технологий для персонализации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 на экономию времени при онлайн-покупках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Барьеры входа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Зависимость от структуры сайта Ozon (обновления)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Необходимость обучения пользователей настройке фильтров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Конкуренция со встроенными улучшениями Ozon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Ценностное предложение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79248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активных покупателей Ozon мы обеспечиваем умную фильтрацию товаров с AI-технологиями, экономя 10-20 минут на каждом поиске в отличие от стандартных фильтров платформы.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4265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07569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372273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Бизнес-модель (1/2)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178296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Частые покупатели, ресейлеры, оптовики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442865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274766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 времени, AI-фильтрация, персонализация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636169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3940969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Web Store, соцсети, Telegram-каналы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60087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4905673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+ Premium ($2-5/мес) + Реферальные программы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4265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07569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372273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Бизнес-модель (2/2)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178296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разработки, AI-модели, серверы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442865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Активности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274766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Разработка, поддержка, обучение AI, маркетинг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636169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3940969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AI-провайдеры, блогеры, Telegram-каналы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60087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Издержки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4905673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Разработка, AI API, серверы, маркетинг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ТОП-3 рискованные гипотезы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AI-фильтрации: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Должна быть ≥90% для удовлетворённости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платить: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Конверсия 5-10% при цене $2-5/мес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Частота использования: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Пользователи активируют фильтр регулярно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первичной валидации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50+ активных покупателей Ozon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с базовой фильтрацией для 10-20 тестировщиков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тестирование точности AI-фильтрации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Публикация в Chrome Web Store с отслеживанием метрик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3426" y="2049810"/>
            <a:ext cx="517714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9927" y="2826990"/>
            <a:ext cx="9039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2026-02-24T10:36:57Z</dcterms:created>
  <dcterms:modified xsi:type="dcterms:W3CDTF">2026-02-24T10:36:57Z</dcterms:modified>
</cp:coreProperties>
</file>