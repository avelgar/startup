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5125" y="1244054"/>
            <a:ext cx="85375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681210" y="2249835"/>
            <a:ext cx="17815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Kinect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3096307" y="3088035"/>
            <a:ext cx="29513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Tracking для Windows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853572" y="3712815"/>
            <a:ext cx="34367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трекинга без дополнительного оборудования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и проблема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Программная система компьютерного зрения для отслеживания движений тела через обычную веб-камеру с помощью MediaPipe.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881783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Оригинальный Kinect снят с производства. Существующие решения требуют дорогого оборудования или сложны в интеграции.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514005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Software-аналог Kinect без специализированных сенсоров.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возможности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Захват скелета человека в реальном времени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компьютером жестами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в играх, фитнесе, VR/AR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Локальная обработка без облака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Сегменты рынка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Разработчики CV/AI/игр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интеграция в проекты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Инди-разработчики игр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прототипирование motion-управления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Фитнес и реабилитация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отслеживание упражнений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Стримеры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интерактивные эффекты жестами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Приоритетный сегмент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Разработчики и технические энтузиасты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686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Острая потребность в дешёвом body tracking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 к early-stage продукту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feedback и интеграции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Формирование ecosystem вокруг SDK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161"/>
          <a:ext cx="8229600" cy="1401366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802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Продукт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Характеристики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Недостатки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80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Kinect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Аппаратный трекинг, высокая точность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Снят с производства, требует сенсор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Kinect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Профессиональный depth-сенсор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Дорогой, избыточен для многих задач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OpenPose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Open-source, высокая точность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Тяжёлый, требует мощный GPU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MediaPipe Pose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Лёгкий CV-трекер, быстрый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готового desktop-продукта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457200"/>
            <a:ext cx="8394192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Прямые конкуренты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Замещающие решения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VR-трекеры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SteamVR trackers, дорогие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capture системы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профессиональные, очень дорого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Геймпады и контроллеры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нет body tracking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Webcam gesture libraries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нет готовых SDK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Драйверы роста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доступности компьютерного зрения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Улучшение моделей realtime pose estimation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Популярность gesture-интерфейсов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VR/AR и интерактивных приложений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Барьеры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Ограниченная точность без depth-камер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Зависимость от качества веб-камеры и освещения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 к realtime-производительности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Конкуренция со специализированным hardware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Ценностное предложение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79248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разработчиков и энтузиастов CV мы обеспечиваем доступный body tracking через обычную веб-камеру без дорогих сенсоров, с простой интеграцией SDK в отличие от самостоятельной настройки MediaPipe.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14265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07569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372273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Бизнес-модель (1/2)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161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200" y="178296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Разработчики CV/AI, инди-геймдев, фитнес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442865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2747665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No-hardware, простая интеграция, локальная обработка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3636169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8200" y="3940969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GitHub, Reddit, Unity Asset Store, форумы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4600873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200" y="4905673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SDK + Pro-лицензии + Enterprise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14265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07569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372273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Бизнес-модель (2/2)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161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200" y="178296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MediaPipe, SDK, документация, команда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442865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Активности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2747665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Разработка, оптимизация, поддержка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3636169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8200" y="3940969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MediaPipe, CV-сообщество, Unity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4600873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Издержки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200" y="4905673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Разработка, тестирование, инфраструктура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ТОП-3 рискованные гипотезы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Достаточная точность: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MediaPipe достаточно для consumer-сценариев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Простота интеграции: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Разработчики выберут SDK vs самостоятельная настройка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UX-сценарии: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Gesture control откроет новые способы управления ПК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валидации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+ бенчмарки точности vs Kinect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Интервью с разработчиками игр и CV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Выпуск alpha SDK на GitHub, сбор feedback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Пилоты с инди-разработчиками (3-5 проектов)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8410" y="1600200"/>
            <a:ext cx="747031" cy="74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983426" y="2499271"/>
            <a:ext cx="517714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9927" y="3276451"/>
            <a:ext cx="9039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2026-02-24T10:45:03Z</dcterms:created>
  <dcterms:modified xsi:type="dcterms:W3CDTF">2026-02-24T10:45:03Z</dcterms:modified>
</cp:coreProperties>
</file>