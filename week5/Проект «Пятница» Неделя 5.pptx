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Merriweather" panose="00000500000000000000" pitchFamily="2" charset="0"/>
      <p:regular r:id="rId10"/>
      <p:bold r:id="rId11"/>
      <p:italic r:id="rId12"/>
      <p:boldItalic r:id="rId13"/>
    </p:embeddedFont>
    <p:embeddedFont>
      <p:font typeface="Roboto" panose="020000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FC9D326-0DCF-41F5-9821-14E17F61AB07}">
  <a:tblStyle styleId="{BFC9D326-0DCF-41F5-9821-14E17F61AB0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1a0ab2c3a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1a0ab2c3a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1a0ab2c3a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1a0ab2c3a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1a0ab2c3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1a0ab2c3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1a0ab2c3a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1a0ab2c3a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1a0ab2c3a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1a0ab2c3a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1a0ab2c3a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1a0ab2c3a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Проект «Пятница»</a:t>
            </a:r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"/>
          </p:nvPr>
        </p:nvSpPr>
        <p:spPr>
          <a:xfrm>
            <a:off x="311700" y="1508497"/>
            <a:ext cx="4242600" cy="27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Неделя 5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Команда 8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Цыганов Кирилл Андреевич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Солодкин Максим Дмитриевич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Валиев Артур Амирович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Лемешев Владислав Сергеевич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Пушкин Владимир Александрович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311700" y="226932"/>
            <a:ext cx="8520600" cy="8476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Сегмент, сценарий и проблема</a:t>
            </a:r>
          </a:p>
        </p:txBody>
      </p:sp>
      <p:sp>
        <p:nvSpPr>
          <p:cNvPr id="71" name="Google Shape;71;p14"/>
          <p:cNvSpPr txBox="1"/>
          <p:nvPr/>
        </p:nvSpPr>
        <p:spPr>
          <a:xfrm>
            <a:off x="311725" y="1739175"/>
            <a:ext cx="8520600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b="1" dirty="0">
                <a:latin typeface="Roboto"/>
                <a:ea typeface="Roboto"/>
                <a:cs typeface="Roboto"/>
                <a:sym typeface="Roboto"/>
              </a:rPr>
              <a:t>Целевой сегмент: 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Системные администраторы, разработчики и </a:t>
            </a:r>
            <a:r>
              <a:rPr lang="ru-RU" dirty="0" err="1">
                <a:latin typeface="Roboto"/>
                <a:ea typeface="Roboto"/>
                <a:cs typeface="Roboto"/>
                <a:sym typeface="Roboto"/>
              </a:rPr>
              <a:t>power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-юзеры, управляющие парком из 2+ ПК (рабочий ноут, домашний сервер, рендер-ферма, офисный ПК). 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ru-RU" dirty="0"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b="1" dirty="0">
                <a:latin typeface="Roboto"/>
                <a:ea typeface="Roboto"/>
                <a:cs typeface="Roboto"/>
                <a:sym typeface="Roboto"/>
              </a:rPr>
              <a:t>Сценарий: 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Необходимость удаленно запустить скрипт, убить процесс или проверить статус на другом ПК, находясь за основным рабочим местом (или вне дома). 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ru-RU" dirty="0"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b="1" dirty="0">
                <a:latin typeface="Roboto"/>
                <a:ea typeface="Roboto"/>
                <a:cs typeface="Roboto"/>
                <a:sym typeface="Roboto"/>
              </a:rPr>
              <a:t>Проблема: 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Классические средства удаленного управления (RDP, SSH, </a:t>
            </a:r>
            <a:r>
              <a:rPr lang="ru-RU" dirty="0" err="1">
                <a:latin typeface="Roboto"/>
                <a:ea typeface="Roboto"/>
                <a:cs typeface="Roboto"/>
                <a:sym typeface="Roboto"/>
              </a:rPr>
              <a:t>TeamViewer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) требуют переключения контекста, ввода паролей, знания синтаксиса и отрыва рук от текущей задачи. Это долго и сбивает состояние потока.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25" y="166862"/>
            <a:ext cx="8520600" cy="9410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Конкурентная матрица</a:t>
            </a:r>
            <a:endParaRPr lang="en-US" dirty="0"/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A0779EA4-0FB9-457E-8884-7987E3093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542707"/>
              </p:ext>
            </p:extLst>
          </p:nvPr>
        </p:nvGraphicFramePr>
        <p:xfrm>
          <a:off x="0" y="1259857"/>
          <a:ext cx="9144000" cy="3883642"/>
        </p:xfrm>
        <a:graphic>
          <a:graphicData uri="http://schemas.openxmlformats.org/drawingml/2006/table">
            <a:tbl>
              <a:tblPr firstRow="1" bandRow="1">
                <a:tableStyleId>{BFC9D326-0DCF-41F5-9821-14E17F61AB07}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71456001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24786004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12757056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213539954"/>
                    </a:ext>
                  </a:extLst>
                </a:gridCol>
              </a:tblGrid>
              <a:tr h="612093">
                <a:tc>
                  <a:txBody>
                    <a:bodyPr/>
                    <a:lstStyle/>
                    <a:p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Решение</a:t>
                      </a:r>
                      <a:endParaRPr lang="en-US" sz="14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Тип конкуренции</a:t>
                      </a:r>
                      <a:endParaRPr lang="en-US" sz="14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Сильные стороны</a:t>
                      </a:r>
                      <a:endParaRPr lang="en-US" sz="14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Слабые стороны / Ограничения</a:t>
                      </a:r>
                      <a:endParaRPr lang="en-US" sz="14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8150866"/>
                  </a:ext>
                </a:extLst>
              </a:tr>
              <a:tr h="1068015">
                <a:tc>
                  <a:txBody>
                    <a:bodyPr/>
                    <a:lstStyle/>
                    <a:p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«Пятница»</a:t>
                      </a:r>
                      <a:endParaRPr lang="en-US" sz="14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Наш продукт</a:t>
                      </a:r>
                      <a:endParaRPr lang="en-US" sz="1400" b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Естественная речь, управление любым ПК через интернет, не нужен белый IP</a:t>
                      </a:r>
                      <a:endParaRPr lang="en-US" sz="1400" b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—</a:t>
                      </a:r>
                      <a:endParaRPr lang="en-US" sz="14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853830"/>
                  </a:ext>
                </a:extLst>
              </a:tr>
              <a:tr h="1101767">
                <a:tc>
                  <a:txBody>
                    <a:bodyPr/>
                    <a:lstStyle/>
                    <a:p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Windows Copilot</a:t>
                      </a:r>
                      <a:endParaRPr lang="en-US" sz="14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Косвенный</a:t>
                      </a:r>
                      <a:endParaRPr lang="en-US" sz="14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Глубокая интеграция с MS Office и системой</a:t>
                      </a:r>
                      <a:endParaRPr lang="en-US" sz="14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Только локальное управление, жесткая цензура, нет удаленного доступа</a:t>
                      </a:r>
                      <a:endParaRPr lang="en-US" sz="14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072849"/>
                  </a:ext>
                </a:extLst>
              </a:tr>
              <a:tr h="1101767">
                <a:tc>
                  <a:txBody>
                    <a:bodyPr/>
                    <a:lstStyle/>
                    <a:p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SSH / PowerShell</a:t>
                      </a:r>
                      <a:endParaRPr lang="en-US" sz="14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Замена (Инструмент)</a:t>
                      </a:r>
                      <a:endParaRPr lang="en-US" sz="14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Полный технический контроль над системой</a:t>
                      </a:r>
                      <a:endParaRPr lang="en-US" sz="14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Сложная настройка (VPN/порты), только ручной ввод команд, высокий порог входа</a:t>
                      </a:r>
                      <a:endParaRPr lang="en-US" sz="14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3468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311725" y="0"/>
            <a:ext cx="8520600" cy="11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Критерии выбора сегмента </a:t>
            </a:r>
            <a:endParaRPr dirty="0"/>
          </a:p>
        </p:txBody>
      </p:sp>
      <p:sp>
        <p:nvSpPr>
          <p:cNvPr id="83" name="Google Shape;83;p16"/>
          <p:cNvSpPr txBox="1"/>
          <p:nvPr/>
        </p:nvSpPr>
        <p:spPr>
          <a:xfrm>
            <a:off x="311725" y="1739175"/>
            <a:ext cx="8520600" cy="2554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Скорость и </a:t>
            </a:r>
            <a:r>
              <a:rPr lang="ru-RU" dirty="0" err="1">
                <a:latin typeface="Roboto"/>
                <a:ea typeface="Roboto"/>
                <a:cs typeface="Roboto"/>
                <a:sym typeface="Roboto"/>
              </a:rPr>
              <a:t>бесшовность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Возможность выполнить команду на другом ПК за 2-3 секунды, не сворачивая текущие окна. </a:t>
            </a:r>
            <a:endParaRPr lang="en-US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Понимание контекста: Возможность сказать "выруби торренты на </a:t>
            </a:r>
            <a:r>
              <a:rPr lang="ru-RU" dirty="0" err="1">
                <a:latin typeface="Roboto"/>
                <a:ea typeface="Roboto"/>
                <a:cs typeface="Roboto"/>
                <a:sym typeface="Roboto"/>
              </a:rPr>
              <a:t>серваке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", и ИИ сам поймет, какой процесс закрыть и куда отправить команду. </a:t>
            </a:r>
            <a:endParaRPr lang="en-US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Доступность вне локальной сети: Работа через интернет без настройки роутеров.</a:t>
            </a:r>
            <a:endParaRPr lang="en-US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Надежность связи: Гарантия доставки команды на удаленный ПК. </a:t>
            </a:r>
            <a:endParaRPr lang="en-US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Безопасность: Защита от несанкционированного доступа (токены, шифрование).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11725" y="146838"/>
            <a:ext cx="8520600" cy="11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Ценностное предложение</a:t>
            </a:r>
            <a:endParaRPr dirty="0"/>
          </a:p>
        </p:txBody>
      </p:sp>
      <p:sp>
        <p:nvSpPr>
          <p:cNvPr id="89" name="Google Shape;89;p17"/>
          <p:cNvSpPr txBox="1"/>
          <p:nvPr/>
        </p:nvSpPr>
        <p:spPr>
          <a:xfrm>
            <a:off x="311725" y="2399946"/>
            <a:ext cx="8520600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Для IT-специалистов и </a:t>
            </a:r>
            <a:r>
              <a:rPr lang="ru-RU" dirty="0" err="1">
                <a:latin typeface="Roboto"/>
                <a:ea typeface="Roboto"/>
                <a:cs typeface="Roboto"/>
                <a:sym typeface="Roboto"/>
              </a:rPr>
              <a:t>power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-юзеров в ситуации управления несколькими ПК решение «Пятница» обеспечивает мгновенное голосовое управление любым устройством из любой точки мира, улучшая скорость выполнения рутинных задач и сохраняя фокус внимания по сравнению с RDP и SSH, за счет использования LLM (</a:t>
            </a:r>
            <a:r>
              <a:rPr lang="ru-RU" dirty="0" err="1">
                <a:latin typeface="Roboto"/>
                <a:ea typeface="Roboto"/>
                <a:cs typeface="Roboto"/>
                <a:sym typeface="Roboto"/>
              </a:rPr>
              <a:t>Gemini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) для умного </a:t>
            </a:r>
            <a:r>
              <a:rPr lang="ru-RU" dirty="0" err="1">
                <a:latin typeface="Roboto"/>
                <a:ea typeface="Roboto"/>
                <a:cs typeface="Roboto"/>
                <a:sym typeface="Roboto"/>
              </a:rPr>
              <a:t>парсинга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 команд и мгновенной </a:t>
            </a:r>
            <a:r>
              <a:rPr lang="ru-RU" dirty="0" err="1">
                <a:latin typeface="Roboto"/>
                <a:ea typeface="Roboto"/>
                <a:cs typeface="Roboto"/>
                <a:sym typeface="Roboto"/>
              </a:rPr>
              <a:t>WebSocket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-синхронизации между устройствами.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11725" y="0"/>
            <a:ext cx="8520600" cy="11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Отличия от конкурентов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95DC6D-E779-4C36-9D6A-BBE5F656A7E6}"/>
              </a:ext>
            </a:extLst>
          </p:cNvPr>
          <p:cNvSpPr txBox="1"/>
          <p:nvPr/>
        </p:nvSpPr>
        <p:spPr>
          <a:xfrm>
            <a:off x="429490" y="2266308"/>
            <a:ext cx="82850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Умная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маршрутизация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команд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Наше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ядро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—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не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просто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распознавание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голоса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а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связка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LLM +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WebSockets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Пользователь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общается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с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единым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"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мозгом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" (Gemini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через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наш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сервер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),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который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сам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решает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Что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сделать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сгенерировать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скрипт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выбрать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макрос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какое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устройство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из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пула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подключенных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вебсокету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отправить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Payload.</a:t>
            </a:r>
          </a:p>
          <a:p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Это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устраняет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главную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боль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не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нужно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настраивать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локальные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сети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VPN и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проброс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портов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Агент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ставится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в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один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клик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и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всегда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связи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с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сервером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25" y="0"/>
            <a:ext cx="8520600" cy="11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План проверки ценности</a:t>
            </a:r>
            <a:endParaRPr dirty="0"/>
          </a:p>
        </p:txBody>
      </p:sp>
      <p:sp>
        <p:nvSpPr>
          <p:cNvPr id="101" name="Google Shape;101;p19"/>
          <p:cNvSpPr txBox="1"/>
          <p:nvPr/>
        </p:nvSpPr>
        <p:spPr>
          <a:xfrm>
            <a:off x="311725" y="2079572"/>
            <a:ext cx="8520600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Гипотеза 1:</a:t>
            </a: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Целевая аудитория готова мириться с небольшой задержкой (</a:t>
            </a:r>
            <a:r>
              <a:rPr lang="ru-RU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ping</a:t>
            </a: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до сервера + API LLM), ради возможности управлять удаленным ПК простым голосом.</a:t>
            </a:r>
            <a:endParaRPr lang="en-US" b="0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Гипотеза 2:</a:t>
            </a: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Пользователи доверят облачному серверу выполнение команд на своих машинах, если мы предоставим прозрачную систему логов и токенов.</a:t>
            </a:r>
            <a:endParaRPr lang="en-US" b="0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Как проверяем:</a:t>
            </a: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Запуск </a:t>
            </a:r>
            <a:r>
              <a:rPr lang="ru-RU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Landing</a:t>
            </a: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page</a:t>
            </a: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с видео-демонстрацией работы (ноут в одной сети -&gt; команда уходит на сервер -&gt;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команда выполняется на другом устройстве в другой сети без участия человека</a:t>
            </a: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). Сбор </a:t>
            </a:r>
            <a:r>
              <a:rPr lang="ru-RU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email-ов</a:t>
            </a: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на бета-тест. </a:t>
            </a:r>
            <a:r>
              <a:rPr lang="ru-RU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Кастдевы</a:t>
            </a: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в сообществах </a:t>
            </a:r>
            <a:r>
              <a:rPr lang="ru-RU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DevOps</a:t>
            </a: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</a:t>
            </a:r>
            <a:r>
              <a:rPr lang="ru-RU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SysAdmin</a:t>
            </a: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516</Words>
  <Application>Microsoft Office PowerPoint</Application>
  <PresentationFormat>Экран (16:9)</PresentationFormat>
  <Paragraphs>55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Roboto</vt:lpstr>
      <vt:lpstr>Merriweather</vt:lpstr>
      <vt:lpstr>Paradigm</vt:lpstr>
      <vt:lpstr>Проект «Пятница»</vt:lpstr>
      <vt:lpstr>Сегмент, сценарий и проблема</vt:lpstr>
      <vt:lpstr>Конкурентная матрица</vt:lpstr>
      <vt:lpstr>Критерии выбора сегмента </vt:lpstr>
      <vt:lpstr>Ценностное предложение</vt:lpstr>
      <vt:lpstr>Отличия от конкурентов</vt:lpstr>
      <vt:lpstr>План проверки ценности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«Пятница»</dc:title>
  <cp:lastModifiedBy>Цыганов Кирилл</cp:lastModifiedBy>
  <cp:revision>5</cp:revision>
  <dcterms:modified xsi:type="dcterms:W3CDTF">2026-03-24T23:03:28Z</dcterms:modified>
</cp:coreProperties>
</file>