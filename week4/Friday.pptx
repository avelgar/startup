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3357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93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4800600"/>
            <a:ext cx="706374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05392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489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717185"/>
            <a:ext cx="336042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599432" y="1717185"/>
            <a:ext cx="3364992" cy="731520"/>
          </a:xfrm>
        </p:spPr>
        <p:txBody>
          <a:bodyPr anchor="b">
            <a:normAutofit/>
          </a:bodyPr>
          <a:lstStyle>
            <a:lvl1pPr marL="0" indent="0">
              <a:buFontTx/>
              <a:buNone/>
              <a:defRPr lang="en-US" sz="1800" b="0" kern="1200" spc="1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8000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696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668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677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400300" cy="1600197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685800"/>
            <a:ext cx="4559300" cy="5486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99735"/>
            <a:ext cx="24003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535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846963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6108590"/>
            <a:ext cx="748665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462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545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381000"/>
            <a:ext cx="1857375" cy="5897562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81000"/>
            <a:ext cx="5800725" cy="589756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35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010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Проект</a:t>
            </a:r>
            <a:r>
              <a:rPr dirty="0"/>
              <a:t> «</a:t>
            </a:r>
            <a:r>
              <a:rPr dirty="0" err="1"/>
              <a:t>Пятница</a:t>
            </a:r>
            <a:r>
              <a:rPr dirty="0"/>
              <a:t>»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 err="1"/>
              <a:t>Голосовой</a:t>
            </a:r>
            <a:r>
              <a:rPr dirty="0"/>
              <a:t> </a:t>
            </a:r>
            <a:r>
              <a:rPr dirty="0" err="1"/>
              <a:t>помощник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Windows</a:t>
            </a:r>
            <a:endParaRPr lang="ru-RU" dirty="0"/>
          </a:p>
          <a:p>
            <a:r>
              <a:rPr dirty="0"/>
              <a:t>AI-</a:t>
            </a:r>
            <a:r>
              <a:rPr dirty="0" err="1"/>
              <a:t>ассистент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продвинутых</a:t>
            </a:r>
            <a:r>
              <a:rPr dirty="0"/>
              <a:t> </a:t>
            </a:r>
            <a:r>
              <a:rPr dirty="0" err="1"/>
              <a:t>пользователей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Проблема (Problem)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Контекст</a:t>
            </a:r>
            <a:r>
              <a:rPr dirty="0"/>
              <a:t>: </a:t>
            </a:r>
            <a:r>
              <a:rPr dirty="0" err="1"/>
              <a:t>Многозадачная</a:t>
            </a:r>
            <a:r>
              <a:rPr dirty="0"/>
              <a:t> </a:t>
            </a:r>
            <a:r>
              <a:rPr dirty="0" err="1"/>
              <a:t>работа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ПК с ОС Windows.</a:t>
            </a:r>
          </a:p>
          <a:p>
            <a:r>
              <a:rPr dirty="0" err="1"/>
              <a:t>Боль</a:t>
            </a:r>
            <a:r>
              <a:rPr dirty="0"/>
              <a:t>: </a:t>
            </a:r>
            <a:r>
              <a:rPr dirty="0" err="1"/>
              <a:t>Потеря</a:t>
            </a:r>
            <a:r>
              <a:rPr dirty="0"/>
              <a:t> </a:t>
            </a:r>
            <a:r>
              <a:rPr dirty="0" err="1"/>
              <a:t>времени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рутинные</a:t>
            </a:r>
            <a:r>
              <a:rPr dirty="0"/>
              <a:t> </a:t>
            </a:r>
            <a:r>
              <a:rPr dirty="0" err="1"/>
              <a:t>операции</a:t>
            </a:r>
            <a:r>
              <a:rPr dirty="0"/>
              <a:t>, </a:t>
            </a:r>
            <a:r>
              <a:rPr dirty="0" err="1"/>
              <a:t>долгое</a:t>
            </a:r>
            <a:r>
              <a:rPr dirty="0"/>
              <a:t> </a:t>
            </a:r>
            <a:r>
              <a:rPr dirty="0" err="1"/>
              <a:t>ручное</a:t>
            </a:r>
            <a:r>
              <a:rPr dirty="0"/>
              <a:t> </a:t>
            </a:r>
            <a:r>
              <a:rPr dirty="0" err="1"/>
              <a:t>написание</a:t>
            </a:r>
            <a:r>
              <a:rPr dirty="0"/>
              <a:t> </a:t>
            </a:r>
            <a:r>
              <a:rPr dirty="0" err="1"/>
              <a:t>скриптов</a:t>
            </a:r>
            <a:r>
              <a:rPr dirty="0"/>
              <a:t>.</a:t>
            </a:r>
          </a:p>
          <a:p>
            <a:r>
              <a:rPr dirty="0" err="1"/>
              <a:t>Альтернативы</a:t>
            </a:r>
            <a:r>
              <a:rPr dirty="0"/>
              <a:t>: </a:t>
            </a:r>
            <a:r>
              <a:rPr dirty="0" err="1"/>
              <a:t>AutoHotkey</a:t>
            </a:r>
            <a:r>
              <a:rPr dirty="0"/>
              <a:t>, Power Automate Desktop, </a:t>
            </a:r>
            <a:r>
              <a:rPr dirty="0" err="1"/>
              <a:t>ChatGPT</a:t>
            </a:r>
            <a:r>
              <a:rPr dirty="0"/>
              <a:t> Desktop, Cortana.</a:t>
            </a:r>
          </a:p>
          <a:p>
            <a:r>
              <a:rPr dirty="0" err="1"/>
              <a:t>Недостатки</a:t>
            </a:r>
            <a:r>
              <a:rPr dirty="0"/>
              <a:t> </a:t>
            </a:r>
            <a:r>
              <a:rPr dirty="0" err="1"/>
              <a:t>аналогов</a:t>
            </a:r>
            <a:r>
              <a:rPr dirty="0"/>
              <a:t>: </a:t>
            </a:r>
            <a:r>
              <a:rPr dirty="0" err="1"/>
              <a:t>Требуют</a:t>
            </a:r>
            <a:r>
              <a:rPr dirty="0"/>
              <a:t> </a:t>
            </a:r>
            <a:r>
              <a:rPr dirty="0" err="1"/>
              <a:t>долгой</a:t>
            </a:r>
            <a:r>
              <a:rPr dirty="0"/>
              <a:t> </a:t>
            </a:r>
            <a:r>
              <a:rPr dirty="0" err="1"/>
              <a:t>настройки</a:t>
            </a:r>
            <a:r>
              <a:rPr dirty="0"/>
              <a:t>, </a:t>
            </a:r>
            <a:r>
              <a:rPr dirty="0" err="1"/>
              <a:t>риски</a:t>
            </a:r>
            <a:r>
              <a:rPr dirty="0"/>
              <a:t> </a:t>
            </a:r>
            <a:r>
              <a:rPr dirty="0" err="1"/>
              <a:t>утечки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в </a:t>
            </a:r>
            <a:r>
              <a:rPr dirty="0" err="1"/>
              <a:t>облако</a:t>
            </a:r>
            <a:r>
              <a:rPr dirty="0"/>
              <a:t>, </a:t>
            </a:r>
            <a:r>
              <a:rPr dirty="0" err="1"/>
              <a:t>высокая</a:t>
            </a:r>
            <a:r>
              <a:rPr dirty="0"/>
              <a:t> </a:t>
            </a:r>
            <a:r>
              <a:rPr dirty="0" err="1"/>
              <a:t>цена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Целевой клиент (Customer)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Сегмент</a:t>
            </a:r>
            <a:r>
              <a:rPr dirty="0"/>
              <a:t>: </a:t>
            </a:r>
            <a:r>
              <a:rPr dirty="0" err="1"/>
              <a:t>Разработчики</a:t>
            </a:r>
            <a:r>
              <a:rPr dirty="0"/>
              <a:t> ПО, </a:t>
            </a:r>
            <a:r>
              <a:rPr lang="ru-RU" dirty="0"/>
              <a:t>школьники</a:t>
            </a:r>
            <a:r>
              <a:rPr lang="en-US" dirty="0"/>
              <a:t>/</a:t>
            </a:r>
            <a:r>
              <a:rPr lang="ru-RU" dirty="0"/>
              <a:t>студенты</a:t>
            </a:r>
            <a:r>
              <a:rPr lang="en-US" dirty="0"/>
              <a:t> – </a:t>
            </a:r>
            <a:r>
              <a:rPr lang="ru-RU" dirty="0"/>
              <a:t>фанаты Тони Старка</a:t>
            </a:r>
            <a:endParaRPr dirty="0"/>
          </a:p>
          <a:p>
            <a:r>
              <a:rPr dirty="0" err="1"/>
              <a:t>Персон</a:t>
            </a:r>
            <a:r>
              <a:rPr lang="ru-RU" dirty="0"/>
              <a:t>ы</a:t>
            </a:r>
            <a:r>
              <a:rPr dirty="0"/>
              <a:t>: </a:t>
            </a:r>
            <a:r>
              <a:rPr lang="ru-RU" dirty="0"/>
              <a:t>А</a:t>
            </a:r>
            <a:r>
              <a:rPr dirty="0" err="1"/>
              <a:t>лексей</a:t>
            </a:r>
            <a:r>
              <a:rPr dirty="0"/>
              <a:t>, 28 </a:t>
            </a:r>
            <a:r>
              <a:rPr dirty="0" err="1"/>
              <a:t>лет</a:t>
            </a:r>
            <a:r>
              <a:rPr lang="ru-RU" dirty="0"/>
              <a:t>. Нуждается в системе автоматизации задач. Василий 18 лет. Фанат Тони Старка, хочет себе голосового помощника.</a:t>
            </a:r>
          </a:p>
          <a:p>
            <a:r>
              <a:rPr dirty="0" err="1"/>
              <a:t>Критерии</a:t>
            </a:r>
            <a:r>
              <a:rPr dirty="0"/>
              <a:t> </a:t>
            </a:r>
            <a:r>
              <a:rPr dirty="0" err="1"/>
              <a:t>выбора</a:t>
            </a:r>
            <a:r>
              <a:rPr dirty="0"/>
              <a:t>: </a:t>
            </a:r>
            <a:r>
              <a:rPr dirty="0" err="1"/>
              <a:t>приватность</a:t>
            </a:r>
            <a:r>
              <a:rPr dirty="0"/>
              <a:t> (</a:t>
            </a:r>
            <a:r>
              <a:rPr dirty="0" err="1"/>
              <a:t>локально</a:t>
            </a:r>
            <a:r>
              <a:rPr dirty="0"/>
              <a:t>), </a:t>
            </a:r>
            <a:r>
              <a:rPr dirty="0" err="1"/>
              <a:t>понимание</a:t>
            </a:r>
            <a:r>
              <a:rPr dirty="0"/>
              <a:t> IT-</a:t>
            </a:r>
            <a:r>
              <a:rPr dirty="0" err="1"/>
              <a:t>контекста</a:t>
            </a:r>
            <a:r>
              <a:rPr dirty="0"/>
              <a:t>, </a:t>
            </a:r>
            <a:r>
              <a:rPr lang="ru-RU" dirty="0"/>
              <a:t>кроссплатформенность.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Оценка рынка (Market)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Оценка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основе</a:t>
            </a:r>
            <a:r>
              <a:rPr dirty="0"/>
              <a:t> </a:t>
            </a:r>
            <a:r>
              <a:rPr dirty="0" err="1"/>
              <a:t>расчетной</a:t>
            </a:r>
            <a:r>
              <a:rPr dirty="0"/>
              <a:t> </a:t>
            </a:r>
            <a:r>
              <a:rPr dirty="0" err="1"/>
              <a:t>цены</a:t>
            </a:r>
            <a:r>
              <a:rPr dirty="0"/>
              <a:t> </a:t>
            </a:r>
            <a:r>
              <a:rPr dirty="0" err="1"/>
              <a:t>лицензии</a:t>
            </a:r>
            <a:r>
              <a:rPr dirty="0"/>
              <a:t>: $40</a:t>
            </a:r>
          </a:p>
          <a:p>
            <a:r>
              <a:rPr dirty="0"/>
              <a:t>TAM (</a:t>
            </a:r>
            <a:r>
              <a:rPr dirty="0" err="1"/>
              <a:t>Общий</a:t>
            </a:r>
            <a:r>
              <a:rPr dirty="0"/>
              <a:t> </a:t>
            </a:r>
            <a:r>
              <a:rPr dirty="0" err="1"/>
              <a:t>рынок</a:t>
            </a:r>
            <a:r>
              <a:rPr dirty="0"/>
              <a:t>): ~400 </a:t>
            </a:r>
            <a:r>
              <a:rPr dirty="0" err="1"/>
              <a:t>млн</a:t>
            </a:r>
            <a:r>
              <a:rPr dirty="0"/>
              <a:t> </a:t>
            </a:r>
            <a:r>
              <a:rPr dirty="0" err="1"/>
              <a:t>чел</a:t>
            </a:r>
            <a:r>
              <a:rPr dirty="0"/>
              <a:t>. (</a:t>
            </a:r>
            <a:r>
              <a:rPr dirty="0" err="1"/>
              <a:t>Профессиональные</a:t>
            </a:r>
            <a:r>
              <a:rPr dirty="0"/>
              <a:t> </a:t>
            </a:r>
            <a:r>
              <a:rPr dirty="0" err="1"/>
              <a:t>пользователи</a:t>
            </a:r>
            <a:r>
              <a:rPr dirty="0"/>
              <a:t> Windows).</a:t>
            </a:r>
          </a:p>
          <a:p>
            <a:r>
              <a:rPr dirty="0"/>
              <a:t>SAM (</a:t>
            </a:r>
            <a:r>
              <a:rPr dirty="0" err="1"/>
              <a:t>Доступный</a:t>
            </a:r>
            <a:r>
              <a:rPr dirty="0"/>
              <a:t> </a:t>
            </a:r>
            <a:r>
              <a:rPr dirty="0" err="1"/>
              <a:t>рынок</a:t>
            </a:r>
            <a:r>
              <a:rPr dirty="0"/>
              <a:t>): ~30 </a:t>
            </a:r>
            <a:r>
              <a:rPr dirty="0" err="1"/>
              <a:t>млн</a:t>
            </a:r>
            <a:r>
              <a:rPr dirty="0"/>
              <a:t> </a:t>
            </a:r>
            <a:r>
              <a:rPr dirty="0" err="1"/>
              <a:t>чел</a:t>
            </a:r>
            <a:r>
              <a:rPr dirty="0"/>
              <a:t>. (IT-</a:t>
            </a:r>
            <a:r>
              <a:rPr dirty="0" err="1"/>
              <a:t>специалисты</a:t>
            </a:r>
            <a:r>
              <a:rPr dirty="0"/>
              <a:t> в </a:t>
            </a:r>
            <a:r>
              <a:rPr dirty="0" err="1"/>
              <a:t>мире</a:t>
            </a:r>
            <a:r>
              <a:rPr dirty="0"/>
              <a:t>).</a:t>
            </a:r>
          </a:p>
          <a:p>
            <a:r>
              <a:rPr dirty="0"/>
              <a:t>SOM (</a:t>
            </a:r>
            <a:r>
              <a:rPr dirty="0" err="1"/>
              <a:t>Достижимый</a:t>
            </a:r>
            <a:r>
              <a:rPr dirty="0"/>
              <a:t> </a:t>
            </a:r>
            <a:r>
              <a:rPr dirty="0" err="1"/>
              <a:t>рынок</a:t>
            </a:r>
            <a:r>
              <a:rPr dirty="0"/>
              <a:t>): ~1 </a:t>
            </a:r>
            <a:r>
              <a:rPr dirty="0" err="1"/>
              <a:t>млн</a:t>
            </a:r>
            <a:r>
              <a:rPr dirty="0"/>
              <a:t> </a:t>
            </a:r>
            <a:r>
              <a:rPr dirty="0" err="1"/>
              <a:t>чел</a:t>
            </a:r>
            <a:r>
              <a:rPr dirty="0"/>
              <a:t>. (</a:t>
            </a:r>
            <a:r>
              <a:rPr dirty="0" err="1"/>
              <a:t>Русскоязычные</a:t>
            </a:r>
            <a:r>
              <a:rPr dirty="0"/>
              <a:t> IT-</a:t>
            </a:r>
            <a:r>
              <a:rPr dirty="0" err="1"/>
              <a:t>специалисты</a:t>
            </a:r>
            <a:r>
              <a:rPr dirty="0"/>
              <a:t>).</a:t>
            </a:r>
          </a:p>
          <a:p>
            <a:r>
              <a:rPr dirty="0" err="1"/>
              <a:t>Финансовая</a:t>
            </a:r>
            <a:r>
              <a:rPr dirty="0"/>
              <a:t> </a:t>
            </a:r>
            <a:r>
              <a:rPr dirty="0" err="1"/>
              <a:t>оценка</a:t>
            </a:r>
            <a:r>
              <a:rPr dirty="0"/>
              <a:t> SOM: ~$40 </a:t>
            </a:r>
            <a:r>
              <a:rPr dirty="0" err="1"/>
              <a:t>млн</a:t>
            </a:r>
            <a:r>
              <a:rPr dirty="0"/>
              <a:t> (</a:t>
            </a:r>
            <a:r>
              <a:rPr dirty="0" err="1"/>
              <a:t>разовая</a:t>
            </a:r>
            <a:r>
              <a:rPr dirty="0"/>
              <a:t> </a:t>
            </a:r>
            <a:r>
              <a:rPr dirty="0" err="1"/>
              <a:t>покупка</a:t>
            </a:r>
            <a:r>
              <a:rPr dirty="0"/>
              <a:t> perpetual license).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Почему сейчас (Why Now)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Технологический</a:t>
            </a:r>
            <a:r>
              <a:rPr dirty="0"/>
              <a:t> </a:t>
            </a:r>
            <a:r>
              <a:rPr dirty="0" err="1"/>
              <a:t>сдвиг</a:t>
            </a:r>
            <a:r>
              <a:rPr dirty="0"/>
              <a:t>: </a:t>
            </a:r>
            <a:r>
              <a:rPr lang="en-US" dirty="0"/>
              <a:t>LLM </a:t>
            </a:r>
            <a:r>
              <a:rPr lang="ru-RU" dirty="0"/>
              <a:t>стали достаточно умными для понимания сложных правил промптов</a:t>
            </a:r>
            <a:endParaRPr dirty="0"/>
          </a:p>
          <a:p>
            <a:r>
              <a:rPr dirty="0" err="1"/>
              <a:t>Свободная</a:t>
            </a:r>
            <a:r>
              <a:rPr dirty="0"/>
              <a:t> </a:t>
            </a:r>
            <a:r>
              <a:rPr dirty="0" err="1"/>
              <a:t>ниша</a:t>
            </a:r>
            <a:r>
              <a:rPr dirty="0"/>
              <a:t>: Cortana </a:t>
            </a:r>
            <a:r>
              <a:rPr dirty="0" err="1"/>
              <a:t>закрыта</a:t>
            </a:r>
            <a:r>
              <a:rPr dirty="0"/>
              <a:t>, </a:t>
            </a:r>
            <a:r>
              <a:rPr dirty="0" err="1"/>
              <a:t>аналоги</a:t>
            </a:r>
            <a:r>
              <a:rPr dirty="0"/>
              <a:t> </a:t>
            </a:r>
            <a:r>
              <a:rPr dirty="0" err="1"/>
              <a:t>ориентированы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геймеров</a:t>
            </a:r>
            <a:r>
              <a:rPr dirty="0"/>
              <a:t>. </a:t>
            </a:r>
            <a:r>
              <a:rPr dirty="0" err="1"/>
              <a:t>Профессиональный</a:t>
            </a:r>
            <a:r>
              <a:rPr dirty="0"/>
              <a:t> AI </a:t>
            </a:r>
            <a:r>
              <a:rPr dirty="0" err="1"/>
              <a:t>отсутствует</a:t>
            </a:r>
            <a:r>
              <a:rPr dirty="0"/>
              <a:t>.</a:t>
            </a:r>
          </a:p>
          <a:p>
            <a:r>
              <a:rPr dirty="0" err="1"/>
              <a:t>Тренд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lang="ru-RU" dirty="0"/>
              <a:t>управление</a:t>
            </a:r>
            <a:r>
              <a:rPr dirty="0"/>
              <a:t>: </a:t>
            </a:r>
            <a:r>
              <a:rPr lang="ru-RU" dirty="0"/>
              <a:t>Появилась возможность создать умную систему из 2 устройств, так давайте займём эту нишу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Вид">
  <a:themeElements>
    <a:clrScheme name="Синий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Вид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Вид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Вид</Template>
  <TotalTime>6</TotalTime>
  <Words>248</Words>
  <Application>Microsoft Office PowerPoint</Application>
  <PresentationFormat>Экран (4:3)</PresentationFormat>
  <Paragraphs>22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Century Schoolbook</vt:lpstr>
      <vt:lpstr>Wingdings 2</vt:lpstr>
      <vt:lpstr>Вид</vt:lpstr>
      <vt:lpstr>Проект «Пятница»</vt:lpstr>
      <vt:lpstr>Проблема (Problem)</vt:lpstr>
      <vt:lpstr>Целевой клиент (Customer)</vt:lpstr>
      <vt:lpstr>Оценка рынка (Market)</vt:lpstr>
      <vt:lpstr>Почему сейчас (Why Now)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 «Пятница»</dc:title>
  <dc:subject/>
  <dc:creator/>
  <cp:keywords/>
  <dc:description>generated using python-pptx</dc:description>
  <cp:lastModifiedBy>Цыганов Кирилл</cp:lastModifiedBy>
  <cp:revision>3</cp:revision>
  <dcterms:created xsi:type="dcterms:W3CDTF">2013-01-27T09:14:16Z</dcterms:created>
  <dcterms:modified xsi:type="dcterms:W3CDTF">2026-03-10T20:49:19Z</dcterms:modified>
  <cp:category/>
</cp:coreProperties>
</file>